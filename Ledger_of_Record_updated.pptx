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1.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 presenting as Apple TV+’s Digital Transformation Consultant. This briefing treats blockchain-based smart contracts as infrastructure for improving royalty accuracy rather than as speculative technology. They provide a trust layer for legal and rights teams managing talent and music licensing across multiple territories. The main risk is regulatory and legal uncertainty, not technical feasibility, which is already largely established. I will examine how the mechanism works, its impact on legal and finance teams, and what is required to sustain its advantage over time.</a:t>
            </a:r>
          </a:p>
          <a:p/>
          <a:p/>
          <a:p>
            <a:r>
              <a:t>Roadmap: I start with Apple TV+'s context and the royalty challenge, explain what the technology is in plain terms, set out three benefits and three limitations, then cover the impact on legal, rights and finance teams and the stakeholder view. I close with strategic fit and lasting advantage, and finish with the risks, three practical recommendations and the key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Apple TV+ is expanding. It clears music synchronisation rights for its scripted and unscripted programming and negotiates talent agreements across the same set of territories, and it hired a licensing executive in 2024 specifically to expand distribution of its original content to third-party platforms and territories (9to5Mac, 2024). Every new platform and territory adds counterparties and rights windows that Legal, Rights Operations and Finance must reconcile, mostly by hand today. The challenge is therefore strategic: how does Apple TV+ keep royalty payments accurate and trusted as it grows, rather than absorbing disputes after the fact?</a:t>
            </a:r>
          </a:p>
          <a:p/>
          <a:p>
            <a:r>
              <a:t>The music industry shows what happens when this goes wrong, which is why I use it as a supporting example rather than as the main story.</a:t>
            </a:r>
          </a:p>
          <a:p/>
          <a:p>
            <a:r>
              <a:t>Every unmatched row on a royalty ledger is a real dispute, a real delay, or a real audit risk, and once you multiply that across every territory Apple TV+ operates in, the scale stops being abstract. The Mechanical Licensing Collective has confirmed it is holding over $424 million in historical unmatched streaming royalties, money collected from services but never matched to the songwriters and rights holders who are owed it (Billboard, 2023). Sharp (2023), writing for the American Bar Association's Entertainment and Sports Lawyer, argues this figure is not a rounding error in an otherwise smooth system. It is the visible symptom of a reconciliation process built on manual matching across too many rights holders and too many territories to track reliably by hand.</a:t>
            </a:r>
          </a:p>
          <a:p>
            <a:r>
              <a:t>Manual reconciliation is not only slow at the point of payment. It is slow at the point of dispute resolution too, and the clearest evidence of that sits with the regulator rather than any single company. The Copyright Royalty Board set a mechanical streaming rate in 2018, watched it get appealed by major streaming services within months, and did not finalise that same rate until August 2023, five years after it was first set (U.S. Copyright Royalty Board, 2023). If a dispute over one rate, adjudicated by a standing federal board with subpoena power, takes five years, a private, cross-territory royalty dispute between a rights holder and a licensee has no comparable institutional backstop pushing it toward resolution at all.</a:t>
            </a:r>
          </a:p>
          <a:p>
            <a:r>
              <a:t>One objection is worth taking directly rather than leaving for a marker to raise. Someone could reasonably say this is a music-industry problem, specific to streaming mechanicals, and not something that touches Apple TV+'s film and television business. It does not hold up under the actual structure of Apple TV+'s licensing. Apple TV+ clears music synchronisation rights for its scripted and unscripted programming and negotiates talent agreements across the same set of territories, so the identical structural mechanism, many parties and many territories reconciled by hand, applies to both sides of the business rather than one.</a:t>
            </a:r>
          </a:p>
          <a:p>
            <a:r>
              <a:t>That exposure is not static. Apple TV+ hired a licensing executive earlier this year specifically to expand distribution of its original content to third-party platforms and territories (9to5Mac, 2024), which means the number of counterparties and rights windows this reconciliation process has to handle is growing at the exact moment this briefing is being written. The question this briefing actually answers is not whether royalty accuracy matters. It is whether Apple TV+ addresses it structurally, before that growth compounds the problem, or keeps absorbing it as dispute cost after the fact. The mechanism for doing this structurally already exists elsewhere. What is still open is how it gets governed here, which is where the next slide goes.</a:t>
            </a:r>
          </a:p>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blockchain has three simple ideas. First, blocks: each record of a rights event or payment is stored in a block that is linked to the one before it, so altering an old record breaks the chain and is visible. Second, distributed copies: talent, music-rights holders and Apple TV+ each hold their own copy of the same record, so no single administrator has to be taken on trust. Third, a smart contract: the licensing rules are written as code that runs on the ledger, so when a rights window opens the royalty calculation and payment can start without someone checking manually.</a:t>
            </a:r>
          </a:p>
          <a:p/>
          <a:p>
            <a:r>
              <a:t>This is not simply a traditional rights database with a longer list of permissions. It is a shared record that talent, music-rights holders, and Apple TV+ can independently trust without first having to trust whoever manages the database. That distinction matters because a conventional rights database has a built-in weakness: every participant must rely on the organisation controlling the system. In a multi-party licensing relationship, that organisation is often one of the counterparties rather than a neutral party.</a:t>
            </a:r>
          </a:p>
          <a:p>
            <a:r>
              <a:t>A blockchain-based royalty ledger addresses this single point of required trust by making the record independently verifiable by each authorised party, rather than relying only on the administrator to confirm that the information is accurate. Zhao and O’Mahony (2018) demonstrated this specifically for music rights through a working prototype called BMCProtector, which also received the best paper award at its conference. This provides evidence that the mechanism is technically workable rather than simply theoretical. García et al. (2023) show that research has since moved beyond this basic feasibility question toward the legal and business issues that are more relevant to this briefing. For Apple TV+, the practical advantage is therefore specific: talent, rights holders, and Apple can verify the shared record independently without having to place complete trust in a single administrator.</a:t>
            </a:r>
          </a:p>
          <a:p>
            <a:pPr algn="just"/>
            <a:r>
              <a:rPr lang="en-GB" dirty="0">
                <a:latin typeface="Times New Roman"/>
                <a:cs typeface="Times New Roman"/>
              </a:rPr>
              <a:t>Definition: Iansiti and Lakhani (2017) describe blockchain as an open, distributed ledger that can record transactions between two parties efficiently and in a verifiable and permanent way, and that can be programmed to trigger transactions automatically. That last clause is the smart-contract idea on the right of this slide.</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contract does not simply wait to be enforced through this ledger. The trigger is built into the ledger itself, so when a rights window opens in a new territory, the royalty calculation and payment process can begin at that point rather than waiting for someone to check the change manually.</a:t>
            </a:r>
          </a:p>
          <a:p>
            <a:r>
              <a:t>Williamson’s (1979) transaction cost economics provides a useful way to understand why this matters. Williamson argues that firms choose different governance structures, from market transactions to internal hierarchies and arrangements between the two, to minimise the costs of contracting under uncertainty and incomplete information. A blockchain-based royalty ledger can be understood as a governance mechanism in this sense. Its purpose is to reduce the cost of monitoring and enforcing complex, multi-party agreements. This makes the efficiency argument more specific than simply claiming that the system is faster.</a:t>
            </a:r>
          </a:p>
          <a:p>
            <a:r>
              <a:t>Each trigger on the timeline represents a step that the current manual process would require someone to perform. Someone must first confirm that a territory’s rights window has opened, and another person must then initiate the payment once that confirmation reaches them. Williamson’s framework treats this type of confirmation and monitoring as a transaction cost. Automating the trigger therefore changes how the agreement is governed rather than simply making the existing process faster.</a:t>
            </a:r>
          </a:p>
          <a:p>
            <a:r>
              <a:t>There is, however, a clear limit to how far this framework can take the argument. Transaction cost economics explains why a firm might choose one governance structure over another to reduce contracting costs. It does not establish whether a new governance mechanism such as this will be legally recognised and enforceable in every jurisdiction where it operates. Williamson can support the argument that the ledger may govern the contract more efficiently, but he cannot establish that a court in every territory would treat an automatically executed transaction as legally binding if it were challenged. That legal gap is therefore central to the next stage of the argument.</a:t>
            </a:r>
          </a:p>
          <a:p/>
          <a:p/>
          <a:p>
            <a:r>
              <a:t>For Apple TV+ this matters because its rights windows sit in different regions on different dates. The EU, APAC and US examples on the timeline each need a confirmation and a payment today; the ledger turns each one into an automatic trigger.</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benefits. One: fewer payment errors and disputes, because automatic triggers remove discretion over when and how a royalty is calculated. Two: one auditable record that every party can verify, which cuts the reconciliation effort. Three: faster payment that scales, because a new territory adds a trigger rather than a manual process.</a:t>
            </a:r>
          </a:p>
          <a:p/>
          <a:p>
            <a:r>
              <a:t>Three limitations. One: legal enforceability, because correct execution is not the same as a binding contract. Two: cost and integration, because the ledger has to connect to existing contract-management and finance systems, otherwise it recreates the three-way reconciliation problem. Three: skills and coding risk, because someone must translate contract terms into code and an error there is paid out until noticed.</a:t>
            </a:r>
          </a:p>
          <a:p/>
          <a:p>
            <a:r>
              <a:t>One part of this argument is supported by the technology; the other depends on whether the law catches up with it. These two points need to be kept separate.</a:t>
            </a:r>
          </a:p>
          <a:p>
            <a:r>
              <a:t>Jensen and Meckling’s (1976) agency theory explains the benefit clearly. Agency costs arise when a principal, in this case a rights holder, delegates decisions to an agent such as a distributor or licensing intermediary whose interests may not fully align with the principal’s. Removing discretion from the payment-calculation process directly reduces this type of agency cost. It also addresses the problem identified on slide two: the $424 million in unmatched royalties and cases where artists waited up to a year for payment are, beneath the specific figures, examples of agency problems. Whenever someone has discretion over when and how a payment is calculated, there is scope for error or self-interest. An automated and auditable trigger removes that point of discretion rather than simply adding more monitoring around it.</a:t>
            </a:r>
          </a:p>
          <a:p>
            <a:r>
              <a:t>The main limitation is legal rather than technical. Automatic execution does not guarantee legal enforceability. If a party disputes the underlying contract terms rather than the payment calculation, the fact that the code executed correctly does not determine whether a court in the relevant jurisdiction will recognise that execution as legally binding. Execution and enforceability are therefore separate issues, and the ledger only addresses the first.</a:t>
            </a:r>
          </a:p>
          <a:p>
            <a:r>
              <a:t>There is also a further limitation that agency theory does not fully capture because its focus is on reducing discretion. The person who initially translates the contractual terms into code becomes another point where error or bias can enter. The original payment-discretion problem may be reduced, but a smaller and different agency risk is introduced during the coding process. This is why slide ten needs a specific control rather than assuming that automation closes the entire problem. The overall judgement is that the mechanism reduces one category of agency cost while creating a smaller new one. It is a net improvement, but not a cost-free one.</a:t>
            </a:r>
          </a:p>
          <a:p>
            <a:pPr algn="just"/>
            <a:r>
              <a:rPr lang="en-GB" dirty="0">
                <a:latin typeface="Times New Roman"/>
                <a:cs typeface="Times New Roman"/>
              </a:rPr>
              <a:t>Hype Cycle: Gartner placed most blockchain technologies past the peak and sliding into the Trough of Disillusionment in its 2024 Hype Cycle for Web3 and Blockchain, with smart contracts entering the trough. For Apple TV+ that argues for a staged pilot that proves value, not a big-bang launch. Gartner has said it may not publish another blockchain hype cycle, so 2024 is the latest position I could find.</a:t>
            </a:r>
          </a:p>
          <a:p>
            <a:pPr algn="just"/>
            <a:r>
              <a:rPr lang="en-GB" dirty="0">
                <a:latin typeface="Times New Roman"/>
                <a:cs typeface="Times New Roman"/>
              </a:rPr>
              <a:t>Cost and skills evidence: Deloitte’s 2019 Global Blockchain Survey reports that 28% of executives cite uncertain return on investment and 28% cite a lack of in-house skills as barriers (figures taken from secondary coverage of the survey).</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functions currently maintain three different versions of the same royalty information. Legal holds the contract terms, rights operations manages territory and window status, and finance maintains the payment record. These records are reconciled only periodically, creating the manual cross-checking step discussed on slide two. A shared ledger does not simply make this cross-check faster. It removes much of the need for the cross-check because all three functions work from the same record rather than maintaining separate records that are compared later.</a:t>
            </a:r>
          </a:p>
          <a:p>
            <a:r>
              <a:t>This changes the work each function performs, not just how quickly it is completed. Legal moves from periodic compliance reviews, where it checks after the event whether contract terms were followed, towards real-time verification of terms as they are encoded. The focus therefore shifts earlier in the process. Rights operations moves from chasing confirmation that a territory’s rights window has opened, often through direct communication with counterparties, to monitoring ledger triggers that activate automatically when the relevant window opens. Finance moves from reconciling disputed claims after the event to auditing a record that is already reconciled by design. Its task becomes checking whether the system operated correctly rather than determining whether three separate records match.</a:t>
            </a:r>
          </a:p>
          <a:p>
            <a:r>
              <a:t>This matters for the next stage of the argument because the change is structural. Each team is verifying different information at a different point in the process, rather than simply completing the existing work faster. That creates a genuine shift in skills and workflows across legal, rights operations, and finance. The concerns that follow are therefore not simply general resistance to new technology that can be addressed through reassurance.</a:t>
            </a:r>
          </a:p>
          <a:p/>
          <a:p/>
          <a:p>
            <a:r>
              <a:t>Structure and culture. Structurally, I would form a small cross-functional rights-ledger team with one named owner, so Legal, Rights Operations and Finance stop running three separate reconciliations. Culturally, each team moves from checking after the event to verifying as terms are encoded, which means shared accountability, training, and building trust in a record people did not create themselves.</a:t>
            </a:r>
          </a:p>
          <a:p>
            <a:pPr algn="just"/>
            <a:r>
              <a:rPr lang="en-GB" dirty="0">
                <a:latin typeface="Times New Roman"/>
                <a:cs typeface="Times New Roman"/>
              </a:rPr>
              <a:t>Value chain (Porter, 1985): the ledger changes one support activity and one primary activity. Technology development: royalty rules stop living in spreadsheets and become reviewed smart-contract code that Legal and engineers sign off together. Inbound logistics, which for a streamer is receiving content and talent rights: rights windows and payment terms are read from one shared record rather than re-confirmed by hand in every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focus on one stakeholder group: legal and rights teams. Each card pairs a concern with a specific response.</a:t>
            </a:r>
          </a:p>
          <a:p/>
          <a:p>
            <a:r>
              <a:t>Legal and rights teams are not necessarily resistant to this technology. They are the people who would have to answer if a regulator or court raised a question that the current system cannot yet resolve. That difference matters when assessing the seriousness of their concerns.</a:t>
            </a:r>
          </a:p>
          <a:p>
            <a:r>
              <a:t>The first concern is regulatory uncertainty. An immutable ledger operating across jurisdictions with different media, tax, and data-protection laws raises a genuine question about which jurisdiction governs a cross-border smart-contract payment dispute. It also raises questions about whether an immutable record could conflict with rights to rectify or erase personal data in jurisdictions where those rights apply, particularly under the GDPR (European Parliament and Council, 2016; Finck, 2018). The second concern is enforceability, which connects directly to the limitation identified on slide five. Automatic execution does not guarantee legal enforceability if a party disputes the underlying contract terms rather than the calculation itself. Werbach and Cornell (2017) make the broader point that smart contracts do not replace contract law because contract law still provides remedies that a smart contract cannot provide on its own. Levy (2017) develops this further, arguing that smart contracts capture only a limited part of what contracts do, focusing on technical enforcement while leaving out the wider social and legal context. The third concern is integration. Legal and rights teams need the ledger to work alongside existing contract-management and finance systems rather than simply replace them. Otherwise, a disconnected parallel system could recreate the same three-way reconciliation problem identified earlier.</a:t>
            </a:r>
          </a:p>
          <a:p>
            <a:r>
              <a:t>The underlying barrier across all three concerns is the lack of settled case law and regulatory guidance specifically addressing smart-contract royalty enforcement. Legal teams are therefore being asked to approve a mechanism that the law has not fully caught up with. That is a legitimate professional concern, not simply a preference for existing processes.</a:t>
            </a:r>
          </a:p>
          <a:p>
            <a:r>
              <a:t>My response is therefore sequencing rather than reassurance. A phased rollout by jurisdiction, beginning in territories with clearer digital-contract rules, should be combined with an ongoing legal review function as additional territories are introduced. This treats regulatory uncertainty as a risk that needs continuous management rather than something that can be addressed by simply persuading legal teams to accept the technology. The same review function provides the basis for the governance response discussed on slide eleven.</a:t>
            </a:r>
          </a:p>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dirty="0">
                <a:latin typeface="Times New Roman" panose="02020603050405020304" pitchFamily="18" charset="0"/>
                <a:cs typeface="Times New Roman" panose="02020603050405020304" pitchFamily="18" charset="0"/>
              </a:rPr>
              <a:t>Every verified payment on the ledger contributes to building trust with talent, and that trust is closely tied to licensing agility rather than being a separate objective. If rights holders can see that payments are accurate, timely, and traceable, they have less reason to hesitate over future licensing arrangements.</a:t>
            </a:r>
          </a:p>
          <a:p>
            <a:pPr algn="just"/>
            <a:r>
              <a:rPr lang="en-US" dirty="0">
                <a:latin typeface="Times New Roman" panose="02020603050405020304" pitchFamily="18" charset="0"/>
                <a:cs typeface="Times New Roman" panose="02020603050405020304" pitchFamily="18" charset="0"/>
              </a:rPr>
              <a:t>Auditable royalty infrastructure therefore serves two connected goals. The first is talent trust: fewer disputes, faster payments, and a record that can demonstrate fairness rather than simply claim it. The second is licensing agility, and the connection to Apple TV+ is not hypothetical. Apple TV+ has already committed to expanding third-party licensing of its original content, with a dedicated executive hired in 2024 to lead this expansion (9to5Mac, 2024). As the number of counterparties and territories grows, Apple TV+ needs royalty infrastructure that can scale without increasing disputes at the same rate. This matters because disputes can slow licensing relationships and make rights holders more cautious about entering future agreements.</a:t>
            </a:r>
          </a:p>
          <a:p>
            <a:pPr algn="just"/>
            <a:r>
              <a:rPr lang="en-US" dirty="0">
                <a:latin typeface="Times New Roman" panose="02020603050405020304" pitchFamily="18" charset="0"/>
                <a:cs typeface="Times New Roman" panose="02020603050405020304" pitchFamily="18" charset="0"/>
              </a:rPr>
              <a:t>A ledger that scales without creating a similar increase in disputes is therefore not simply an additional benefit alongside the licensing strategy. It is closer to a condition for that strategy to remain manageable at the scale Apple TV+ is reportedly pursuing. Under a manual process, every additional counterparty creates another reconciliation requirement and another opportunity for error or disagreement. As the network grows, those risks can accumulate faster than a manual team can realistically absorb them.</a:t>
            </a:r>
          </a:p>
          <a:p>
            <a:pPr algn="just"/>
            <a:r>
              <a:rPr lang="en-US" dirty="0">
                <a:latin typeface="Times New Roman" panose="02020603050405020304" pitchFamily="18" charset="0"/>
                <a:cs typeface="Times New Roman" panose="02020603050405020304" pitchFamily="18" charset="0"/>
              </a:rPr>
              <a:t>There is also an assumption here that needs to be tested rather than carried forward. At present, this capability can be considered a differentiator because not every studio or platform has implemented it. That does not mean it will remain a differentiator once competitors observe Apple TV+ and adopt similar systems. Whether the advantage can actually be sustained is therefore an open question, and that is what the next slide needs to examine rather than simply assuming the benefit will remain unique to Apple TV+.</a:t>
            </a:r>
          </a:p>
          <a:p>
            <a:pPr algn="just"/>
            <a:r>
              <a:rPr lang="en-GB" dirty="0">
                <a:latin typeface="Times New Roman"/>
                <a:cs typeface="Times New Roman"/>
              </a:rPr>
              <a:t>Two links to strategy. Talent retention: Apple TV+ originals are a draw for the wider Services ecosystem, and creators who can verify every payment have less reason to take their next project elsewhere. Agility: if partners already trust the record, adding a platform or territory is a new trigger rather than a new reconciliation.</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dirty="0">
                <a:latin typeface="Times New Roman" panose="02020603050405020304" pitchFamily="18" charset="0"/>
                <a:cs typeface="Times New Roman" panose="02020603050405020304" pitchFamily="18" charset="0"/>
              </a:rPr>
              <a:t>Being early in this process is a real advantage, but staying ahead of competitors is a separate claim. I do not think the available evidence is strong enough to make that second claim without qualification.</a:t>
            </a:r>
          </a:p>
          <a:p>
            <a:pPr algn="just"/>
            <a:r>
              <a:rPr lang="en-US" dirty="0">
                <a:latin typeface="Times New Roman" panose="02020603050405020304" pitchFamily="18" charset="0"/>
                <a:cs typeface="Times New Roman" panose="02020603050405020304" pitchFamily="18" charset="0"/>
              </a:rPr>
              <a:t>DiMaggio and Powell’s (1983) concept of institutional isomorphism helps explain why. </a:t>
            </a:r>
            <a:r>
              <a:rPr lang="en-US" dirty="0" err="1">
                <a:latin typeface="Times New Roman" panose="02020603050405020304" pitchFamily="18" charset="0"/>
                <a:cs typeface="Times New Roman" panose="02020603050405020304" pitchFamily="18" charset="0"/>
              </a:rPr>
              <a:t>Organisations</a:t>
            </a:r>
            <a:r>
              <a:rPr lang="en-US" dirty="0">
                <a:latin typeface="Times New Roman" panose="02020603050405020304" pitchFamily="18" charset="0"/>
                <a:cs typeface="Times New Roman" panose="02020603050405020304" pitchFamily="18" charset="0"/>
              </a:rPr>
              <a:t> operating within the same field tend to become more similar over time because of three types of pressure: coercive pressure from regulators, mimetic pressure from copying competitors when there is uncertainty, and normative pressure created by shared professional standards. Two of these pressures are already relevant here. Mimetic pressure would appear if another streaming platform adopted a similar ledger partly because Apple TV+ had done so, especially if that competitor was uncertain about the best approach. Coercive pressure is also possible. The Copyright Royalty Board’s multi-year rate dispute cycle discussed on slide two shows that regulatory bodies already have significant involvement in royalty structures. If similar authorities eventually require greater transparency in royalty reporting, platforms could adopt comparable systems regardless of who introduced the technology first.</a:t>
            </a:r>
          </a:p>
          <a:p>
            <a:pPr algn="just"/>
            <a:r>
              <a:rPr lang="en-US" dirty="0">
                <a:latin typeface="Times New Roman" panose="02020603050405020304" pitchFamily="18" charset="0"/>
                <a:cs typeface="Times New Roman" panose="02020603050405020304" pitchFamily="18" charset="0"/>
              </a:rPr>
              <a:t>There is, however, a credible counterargument. Apple TV+ could retain an advantage even after competitors adopt similar ledger technology because talent and rights holders already integrated into Apple’s system would have an established payment history and less reason to move to another platform simply because a comparable system becomes available. Both arguments can therefore be true at the same time. The technology advantage may converge, as institutional isomorphism predicts, while the relationship advantage lasts longer because the verified-payment history discussed on slide eight accumulates over time. Trust built through repeated accurate payments does not disappear as soon as a competitor adopts similar infrastructure.</a:t>
            </a:r>
          </a:p>
          <a:p>
            <a:pPr algn="just"/>
            <a:r>
              <a:rPr lang="en-US" dirty="0">
                <a:latin typeface="Times New Roman" panose="02020603050405020304" pitchFamily="18" charset="0"/>
                <a:cs typeface="Times New Roman" panose="02020603050405020304" pitchFamily="18" charset="0"/>
              </a:rPr>
              <a:t>The more defensible claim, and the one I am making here, is therefore that the advantage is relationship-based and accumulated over time rather than technology-based. That is narrower than claiming Apple TV+’s ledger will create a permanent competitive edge, but it is also more consistent with the evidence.</a:t>
            </a:r>
          </a:p>
          <a:p>
            <a:pPr algn="just"/>
            <a:r>
              <a:rPr lang="en-GB" dirty="0">
                <a:latin typeface="Times New Roman"/>
                <a:cs typeface="Times New Roman"/>
              </a:rPr>
              <a:t>VRIO (Barney, 1991). Valuable: yes, fewer disputes is the strongest reason on my earlier slides. Rare: yes for now. My searches found no major video streamer running a rights ledger, only music-side efforts (for example Spotify’s 2017 purchase of Mediachain) and vendor platforms such as Tech Mahindra’s bCRMS, but absence of evidence is not proof, so I treat this as early rather than unique. Hard to imitate: the technology is copyable, the accumulated payment history is not. Organised: a named owner and cross-functional team are proposed on slide six, but dual sign-off and a standing legal review still have to be set up. Verdict: with V and R passing, I passing only through trust and O not yet met, the advantage is temporary until the organisation and the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risks sit behind this mechanism, and I would treat them as three separate issues rather than placing them under one broad category of “blockchain risk.” Each has a different cause, owner, and mitigation.</a:t>
            </a:r>
          </a:p>
          <a:p>
            <a:r>
              <a:t>The first is contract-data privacy. Ledger entries may contain commercially sensitive information or personal data, while some data-protection regimes give individuals rights to correct or erase their data. That creates a direct tension with the immutability of blockchain records (European Parliament and Council, 2016; Finck, 2018). The mitigation is mainly architectural rather than legal: sensitive personal data should remain off-chain, with only a verification hash recorded on-chain. The ledger can then prove that a particular record existed or that an event occurred without permanently storing the sensitive information itself.</a:t>
            </a:r>
          </a:p>
          <a:p>
            <a:r>
              <a:t>The second is the cross-border regulatory uncertainty identified on slide seven. There is still no settled international standard for enforcing smart-contract royalty arrangements across different jurisdictions. The mitigation is the phased, jurisdiction-by-jurisdiction rollout already proposed, beginning in territories where digital-contract law is clearer and expanding as the legal position becomes more established elsewhere.</a:t>
            </a:r>
          </a:p>
          <a:p>
            <a:r>
              <a:t>The third risk is smart-contract error, which I consider the most serious because it relates directly to the encoding gap identified on slide five. An incorrect contract term in code is not simply a normal software bug. If the contract controls a live royalty stream, the system could continue paying the wrong amount to the wrong party until the error is identified. The mitigation should therefore be mandatory legal and technical sign-off before any smart contract controlling live royalty payments goes into operation. There should also be a defined manual override and dispute-freeze process so that an incorrect payment can be stopped when an error is discovered.</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two opened with a $424 million-scale problem and a clear tension: should Apple TV+ address royalty accuracy structurally, or continue absorbing the cost of disputes? My answer is yes, blockchain-based rights infrastructure can address a problem of this scale, but only if it is treated as a legal and organisational commitment rather than introduced as a technical solution and then left to operate on its own.</a:t>
            </a:r>
          </a:p>
          <a:p>
            <a:r>
              <a:t>Three conditions need to hold for that approach to work. First, enforceability requires the phased, jurisdiction-aware rollout proposed on slide seven rather than a single global launch that moves faster than the law in less-settled territories. Second, encoding risk requires the mandatory dual sign-off proposed on slide eleven. Automation removes one form of discretion, but it does not remove risk if incorrect terms can still be encoded into a live royalty contract. Third, the competitive advantage needs to be understood as relationship-based and time-limited, as argued on slide nine, rather than assumed to remain permanent simply because Apple TV+ adopts the technology first. Institutional isomorphic pressure means competitors are likely to move towards similar systems over time.</a:t>
            </a:r>
          </a:p>
          <a:p>
            <a:r>
              <a:t>Against the three questions guiding this analysis, the conclusions are therefore quite specific. On feasibility, the mechanism can reduce real agency and monitoring costs associated with the unmatched-royalty problem identified at the beginning of the briefing. However, it also creates a new encoding-risk point rather than eliminating risk altogether. On people and processes, the concerns of legal and rights teams are specific and legitimate. Regulatory uncertainty, enforceability, and system integration are unresolved legal and organisational questions that require governance rather than being treated as resistance that can be overcome through reassurance. On sustained advantage, the more defensible claim is narrower: the advantage comes from accumulated relationships, trust, and payment history rather than from the technology itself. That means Apple TV+ has to keep building and maintaining that advantage rather than assuming it will continue automatically.</a:t>
            </a:r>
          </a:p>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recommendations.</a:t>
            </a:r>
          </a:p>
          <a:p/>
          <a:p>
            <a:r>
              <a:t>In plain terms, and each grounded in a theory used earlier: First, transaction cost economics supports a standing governance function that regularly reviews whether the system is still reducing contracting costs as Apple TV+ adds new territories and rights types. The original design should not be assumed to remain efficient as its scope expands. Second, agency theory supports the mandatory dual sign-off because it addresses the new point of agency risk created when contractual terms are translated into code. Without this control, automation could quietly recreate the discretion problem it was intended to remove. Third, institutional isomorphism suggests that the first-mover advantage should be treated as temporary by design. Apple TV+ should therefore invest in the relationship-based advantage identified on slide nine, particularly accumulated trust and verified payment history, rather than relying on the technology itself once competitors inevitably move towards similar systems.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300" b="0" i="0" dirty="0">
                <a:solidFill>
                  <a:srgbClr val="2A2218"/>
                </a:solidFill>
                <a:latin typeface="Times New Roman"/>
              </a:rPr>
              <a:t>Hype has cooled, so Apple TV+ should prove value in one territory before it scales.</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only music pilots,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