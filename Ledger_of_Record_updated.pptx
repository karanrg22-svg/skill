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I’m presenting as Apple TV+’s Digital Transformation Consultant. This briefing treats blockchain-based smart contracts as infrastructure for royalty accuracy, not as speculative technology. They give legal and rights teams a trust layer for talent and music licensing across territories. The main risk is regulatory and legal uncertainty, not technical feasibility.</a:t>
            </a:r>
          </a:p>
          <a:p>
            <a:r>
              <a:rPr>
                <a:latin typeface="Times New Roman"/>
              </a:rPr>
              <a:t>Roadmap: context and the royalty challenge; what the technology is in plain terms; three benefits and three limitations; impact on legal, rights and finance teams; strategic fit and lasting advantage; and finally risks, recommendations and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expanding. It clears music synchronisation rights for its scripted and unscripted programming and negotiates talent agreements across the same territories, and it hired a licensing executive in 2024 to expand distribution of its originals to third-party platforms (9to5Mac, 2024). Every new platform and territory adds counterparties and rights windows that Legal, Rights Operations and Finance reconcile mostly by hand. The strategic question is how Apple TV+ keeps royalty payments accurate and trusted as it grows, rather than absorbing disputes afterwards.</a:t>
            </a:r>
          </a:p>
          <a:p>
            <a:r>
              <a:rPr>
                <a:latin typeface="Times New Roman"/>
              </a:rPr>
              <a:t>The music industry shows what happens when this goes wrong, so I use it as a supporting example. The Mechanical Licensing Collective holds over $424 million in historical unmatched streaming royalties, collected but never matched to the people owed it (Billboard, 2023). Sharp (2023) argues this is the visible symptom of manual matching across too many rights holders and territories.</a:t>
            </a:r>
          </a:p>
          <a:p>
            <a:r>
              <a:rPr>
                <a:latin typeface="Times New Roman"/>
              </a:rPr>
              <a:t>Disputes are slow to resolve too. The Copyright Royalty Board set a streaming rate in 2018, it was appealed within months, and it was not finalised until August 2023 (U.S. Copyright Royalty Board, 2023). A private cross-territory dispute has no comparable backstop.</a:t>
            </a:r>
          </a:p>
          <a:p>
            <a:r>
              <a:rPr>
                <a:latin typeface="Times New Roman"/>
              </a:rPr>
              <a:t>One objection: this is a music problem, not a film and TV one. It is not, because Apple TV+ clears music sync rights and talent agreements across the same territories, so the same many-parties, many-territories structure applies to both. That exposure is growing with the licensing expansion. The mechanism already exists elsewhere; what is open is how it is governed here.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 blockchain has three simple ideas. Blocks: each record is stored in a block linked to the one before, so altering an old record breaks the chain and is visible. Distributed copies: talent, rights holders and Apple TV+ each hold a copy, so no single administrator has to be taken on trust. Smart contract: licensing rules written as code, so when a rights window opens the royalty calculation and payment can start without manual checking.</a:t>
            </a:r>
          </a:p>
          <a:p>
            <a:r>
              <a:rPr>
                <a:latin typeface="Times New Roman"/>
              </a:rPr>
              <a:t>This is not just a rights database with more permissions. A conventional database makes every participant rely on whoever controls it, often one of the counterparties. A shared ledger lets each authorised party verify the record independently. Zhao and O’Mahony (2018) showed this for music rights with a working prototype, BMCProtector, and García et al. (2023) show research has moved from feasibility to the legal and business questions this briefing addresses.</a:t>
            </a:r>
          </a:p>
          <a:p>
            <a:r>
              <a:rPr>
                <a:latin typeface="Times New Roman"/>
              </a:rPr>
              <a:t>Definition: Iansiti and Lakhani (2017) describe blockchain as an open, distributed ledger that records transactions between two parties in a verifiable and permanent way and can be programmed to trigger transactions automatically. They call it a foundational technology, like the internet, that takes years to transform markets rather than a quick disruption.</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contract does not wait to be enforced; the trigger is built into the ledger. When a rights window opens in a territory, the royalty calculation and payment can begin then, rather than waiting for someone to check manually. For Apple TV+ the EU, APAC and US windows open on different dates, and each currently needs a confirmation and a payment step.</a:t>
            </a:r>
          </a:p>
          <a:p>
            <a:r>
              <a:rPr>
                <a:latin typeface="Times New Roman"/>
              </a:rPr>
              <a:t>Williamson’s (1979) transaction cost economics explains why this matters. Firms choose governance structures to minimise the cost of contracting under uncertainty, and a ledger can be read as a governance mechanism that cuts the cost of monitoring and enforcing multi-party agreements. Confirmation and monitoring are transaction costs, so automating the trigger changes how the agreement is governed, not just how fast it runs.</a:t>
            </a:r>
          </a:p>
          <a:p>
            <a:r>
              <a:rPr>
                <a:latin typeface="Times New Roman"/>
              </a:rPr>
              <a:t>The limit: Williamson can show the ledger may govern more efficiently, but not that a court in every territory would treat an automatically executed payment as legally binding. That legal gap is central to the next stage of the argument.</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benefits. Fewer payment errors and disputes, because automatic triggers remove discretion over when and how a royalty is paid. One auditable record that every party can verify, which cuts reconciliation effort. Faster payment that scales, because a new territory adds a trigger rather than a manual process. Three limitations: legal enforceability, cost and integration, and skills and coding risk.</a:t>
            </a:r>
          </a:p>
          <a:p>
            <a:r>
              <a:rPr>
                <a:latin typeface="Times New Roman"/>
              </a:rPr>
              <a:t>Jensen and Meckling’s (1976) agency theory explains the benefit. Agency costs arise when a principal delegates decisions to an agent whose interests may differ. Removing discretion from payment calculation reduces that cost, and the $424 million in unmatched royalties on slide two is, beneath the figures, an example of it.</a:t>
            </a:r>
          </a:p>
          <a:p>
            <a:r>
              <a:rPr>
                <a:latin typeface="Times New Roman"/>
              </a:rPr>
              <a:t>The main limitation is legal, not technical. Correct execution does not make a payment legally binding if a party disputes the underlying terms, so execution and enforceability are separate issues (Werbach and Cornell, 2017; Levy, 2017). Translating contract terms into code also creates a smaller new agency risk, which is why slide eleven needs a specific control. Net, it is an improvement but not cost-free.</a:t>
            </a:r>
          </a:p>
          <a:p>
            <a:r>
              <a:rPr>
                <a:latin typeface="Times New Roman"/>
              </a:rPr>
              <a:t>Cost and skills evidence: Deloitte’s 2019 Global Blockchain Survey reports that 28% of executives cite uncertain return on investment and 28% a lack of in-house skills (figures from secondary coverage).</a:t>
            </a:r>
          </a:p>
          <a:p>
            <a:r>
              <a:rPr>
                <a:latin typeface="Times New Roman"/>
              </a:rPr>
              <a:t>Hype Cycle: Gartner’s 2024 Hype Cycle for Web3 and Blockchain placed most blockchain technologies past the peak and sliding into the Trough of Disillusionment, with smart contracts entering it. That argues for a staged pilot, not a big-bang launch. Gartner may not publish another blockchain cycle; its 2025 emerging-technologies cycle covers tokenisation and smart contracts under programmable money, within Autonomous Business.</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functions keep three versions of the same royalty information. Legal holds contract terms, Rights Operations holds territory and window status, and Finance holds the payment record, reconciled only periodically. A shared ledger does not just speed up that cross-check; it removes much of the need for it.</a:t>
            </a:r>
          </a:p>
          <a:p>
            <a:r>
              <a:rPr>
                <a:latin typeface="Times New Roman"/>
              </a:rPr>
              <a:t>The work changes, not only its speed. Legal moves from after-the-event compliance review to verifying terms as they are encoded. Rights Ops moves from chasing confirmation that a window has opened to monitoring ledger triggers. Finance moves from reconciling disputed claims to auditing a record that is reconciled by design. That is a real shift in skills and workflows, so the concerns on the next slide are not simple resistance to change.</a:t>
            </a:r>
          </a:p>
          <a:p>
            <a:r>
              <a:rPr>
                <a:latin typeface="Times New Roman"/>
              </a:rPr>
              <a:t>Structure and culture: one small cross-functional rights-ledger team with a named owner replaces three reconciliations, and each team moves to verifying as terms are encoded, which needs training, shared accountability and trust in a record they did not create.</a:t>
            </a:r>
          </a:p>
          <a:p>
            <a:r>
              <a:rPr>
                <a:latin typeface="Times New Roman"/>
              </a:rPr>
              <a:t>Value chain (Porter, 1985): technology development changes because royalty rules become reviewed smart-contract code that Legal and engineers sign off together. Inbound logistics, receiving content and talent rights, changes because rights windows and payment terms are read from one shared record, not re-confirmed by hand in every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 focus on legal and rights teams. They are not resistant by habit; they would answer to a regulator or court if something went wrong, so their concerns are professional.</a:t>
            </a:r>
          </a:p>
          <a:p>
            <a:r>
              <a:rPr>
                <a:latin typeface="Times New Roman"/>
              </a:rPr>
              <a:t>Regulatory uncertainty: which country’s law governs a cross-border smart-contract payment dispute, and an immutable ledger can clash with GDPR rights to rectify or erase personal data (European Parliament and Council, 2016; Finck, 2018). Enforceability: correct execution does not guarantee a binding payment, and Werbach and Cornell (2017) and Levy (2017) both argue smart contracts do not replace contract law. Integration: the ledger must work with existing contract and finance systems, or it recreates the three-way reconciliation problem.</a:t>
            </a:r>
          </a:p>
          <a:p>
            <a:r>
              <a:rPr>
                <a:latin typeface="Times New Roman"/>
              </a:rPr>
              <a:t>The underlying barrier is the lack of settled case law and guidance on smart-contract royalty enforcement. Legal teams are being asked to approve a mechanism the law has not caught up with.</a:t>
            </a:r>
          </a:p>
          <a:p>
            <a:r>
              <a:rPr>
                <a:latin typeface="Times New Roman"/>
              </a:rPr>
              <a:t>My response is sequencing, not reassurance: a phased rollout starting in territories with clearer digital-contract rules, keeping personal data off the ledger, a pilot in one territory with Legal in the design team, and a standing legal review as territories are added. The written contract stays the master and the ledger executes it.</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Every verified payment builds talent trust, and that trust is tied to licensing agility. If rights holders see accurate, timely, traceable payments, they have less reason to hesitate over future agreements.</a:t>
            </a:r>
          </a:p>
          <a:p>
            <a:r>
              <a:rPr>
                <a:latin typeface="Times New Roman"/>
              </a:rPr>
              <a:t>Auditable royalty infrastructure serves two goals: talent trust (fewer disputes, faster payments, a record that shows fairness) and licensing agility. Apple TV+ has committed to expanding third-party licensing, with an executive hired in 2024 (9to5Mac, 2024). As counterparties and territories grow, it needs infrastructure that scales without disputes growing at the same rate, so the ledger is closer to a condition of that strategy than a bonus.</a:t>
            </a:r>
          </a:p>
          <a:p>
            <a:r>
              <a:rPr>
                <a:latin typeface="Times New Roman"/>
              </a:rPr>
              <a:t>Two links to strategy. Talent retention: originals draw people to the wider Services ecosystem, and creators who can verify every payment have less reason to take their next project elsewhere. Agility: if partners already trust the record, adding a platform or territory is a new trigger, not a new reconciliation.</a:t>
            </a:r>
          </a:p>
          <a:p>
            <a:r>
              <a:rPr>
                <a:latin typeface="Times New Roman"/>
              </a:rPr>
              <a:t>One assumption needs testing: the ledger is a differentiator only while competitors lack it. Whether the advantage lasts is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real, but staying ahead is a separate claim, and the evidence does not support it without qualification.</a:t>
            </a:r>
          </a:p>
          <a:p>
            <a:r>
              <a:rPr>
                <a:latin typeface="Times New Roman"/>
              </a:rPr>
              <a:t>DiMaggio and Powell’s (1983) institutional isomorphism says organisations in a field converge through coercive, mimetic and normative pressure. Mimetic pressure would appear if a rival copied Apple TV+. Coercive pressure is possible if regulators, as in the Copyright Royalty Board cycle on slide two, require more transparency in royalty reporting.</a:t>
            </a:r>
          </a:p>
          <a:p>
            <a:r>
              <a:rPr>
                <a:latin typeface="Times New Roman"/>
              </a:rPr>
              <a:t>The counterargument: talent already on Apple’s ledger has an established payment history and little reason to leave when a rival adopts similar technology. So the technology advantage may converge while the relationship advantage lasts longer. My claim is that the advantage is relationship-based and accumulated, not technology-based.</a:t>
            </a:r>
          </a:p>
          <a:p>
            <a:r>
              <a:rPr>
                <a:latin typeface="Times New Roman"/>
              </a:rPr>
              <a:t>VRIO (Barney, 1991). Valuable: yes, fewer disputes. Rare: yes for now; my searches found no major video streamer running a rights ledger, only music-side efforts such as Spotify’s 2017 Mediachain purchase and vendor platforms such as Tech Mahindra’s bCRMS, but absence of evidence is not proof. Hard to imitate: the code is copyable, the payment history is not. Organised: a named owner and team are proposed on slide six, but dual sign-off and standing legal review are still needed. Verdict: the advantage is temporary until the organisation and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separate risks, each with its own cause, owner and mitigation.</a:t>
            </a:r>
          </a:p>
          <a:p>
            <a:r>
              <a:rPr>
                <a:latin typeface="Times New Roman"/>
              </a:rPr>
              <a:t>Data privacy: ledger entries may hold commercially sensitive or personal data while some regimes give rights to correct or erase it, which clashes with immutability (European Parliament and Council, 2016; Finck, 2018). The mitigation is architectural: keep personal data off-chain and record only a verification hash.</a:t>
            </a:r>
          </a:p>
          <a:p>
            <a:r>
              <a:rPr>
                <a:latin typeface="Times New Roman"/>
              </a:rPr>
              <a:t>Cross-border regulation: there is no settled international standard for enforcing smart-contract royalties. The mitigation is the phased rollout by territory from slide seven, starting where digital-contract law is clearer.</a:t>
            </a:r>
          </a:p>
          <a:p>
            <a:r>
              <a:rPr>
                <a:latin typeface="Times New Roman"/>
              </a:rPr>
              <a:t>Smart-contract error is the most serious risk, linked to the encoding gap on slide five. A wrong term in code keeps paying the wrong party until someone notices. The control is mandatory legal and technical sign-off before go-live, plus a manual override and dispute freeze.</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opened with a $424 million-scale problem and a choice: address royalty accuracy structurally, or keep absorbing dispute costs. My answer is yes, but only if the ledger is treated as a legal and organisational commitment, not a technical fix left to run alone.</a:t>
            </a:r>
          </a:p>
          <a:p>
            <a:r>
              <a:rPr>
                <a:latin typeface="Times New Roman"/>
              </a:rPr>
              <a:t>Three conditions. Enforceability needs the phased, jurisdiction-aware rollout from slide seven. Encoding risk needs the dual sign-off from slide eleven. And the advantage must be understood as relationship-based and time-limited, as argued on slide ten, because isomorphic pressure will push competitors towards similar systems.</a:t>
            </a:r>
          </a:p>
          <a:p>
            <a:r>
              <a:rPr>
                <a:latin typeface="Times New Roman"/>
              </a:rPr>
              <a:t>Against the three guiding questions: on feasibility, the mechanism cuts real agency and monitoring costs but adds an encoding-risk point. On people and processes, legal and rights concerns are legitimate and need governance, not reassurance. On sustained advantage, the edge lies in accumulated trust and payment history, which Apple TV+ has to keep building.</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Three practical recommendations, each grounded in a theory used earlier.</a:t>
            </a:r>
          </a:p>
          <a:p>
            <a:r>
              <a:rPr>
                <a:latin typeface="Times New Roman"/>
              </a:rPr>
              <a:t>First, transaction cost economics supports a standing governance function that regularly reviews whether the system is still reducing contracting costs as Apple TV+ adds new territories and rights types. Second, agency theory supports mandatory dual sign-off, because it addresses the new agency risk created when contract terms are translated into code. Third, institutional isomorphism suggests the first-mover advantage is temporary by design, so Apple TV+ should invest in relationships, accumulated trust and verified payment history, not rely on the technology once competitors move.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My answer is yes, legal and rights teams can be brought along, if Legal helps shape the design, a one-territory pilot proves the value, and people are trained before go-live.</a:t>
            </a:r>
          </a:p>
          <a:p>
            <a:r>
              <a:rPr>
                <a:latin typeface="Times New Roman"/>
              </a:rPr>
              <a:t>TAM (Davis, 1989): usefulness comes from answering the concerns on slide seven, a verifiable record for regulators, the written contract kept as master, and no extra version of the truth. Ease of use is hurt by unfamiliar tools, coding and integration, and helped by plugging into current systems, no coding by users and a simple read-only view.</a:t>
            </a:r>
          </a:p>
          <a:p>
            <a:r>
              <a:rPr>
                <a:latin typeface="Times New Roman"/>
              </a:rPr>
              <a:t>Kotter (1996) has eight steps; I use three in order. Step 2, guiding coalition: Legal, Rights Ops and Finance in the design team under one named owner. Step 6, short-term wins: pilot in one territory and share the results. Step 8, anchor in the culture: make the quarterly review permanent.</a:t>
            </a:r>
          </a:p>
          <a:p>
            <a:r>
              <a:rPr>
                <a:latin typeface="Times New Roman"/>
              </a:rPr>
              <a:t>Barrier: legal and rights teams fear answering for a wrongly coded payment, reduced by dual sign-off, a manual override and a dispute freeze. Digital confidence: Legal, Rights Ops and Finance are trained before the pilot on how the record works, reading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