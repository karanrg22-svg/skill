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What is this deck for, and how is it organised? Keep notes to 2-3 sentences. Do not put your name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What is Apple TV+? Which ONE of the brief's four challenges? Why does it matter strategically? Use only statistics you have verified at the original source and name the tracker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What is it in plain language? How does it work at a high level? Cite a definition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Why does this technology fit this problem? APPLY the framework, don't just describe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Which benefits are strongest and which limitations most serious? Be critical, not descriptive.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How does adoption change the organisation? Who is your one group and what exactly worries them?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What would cause resistance? Which taught change model structures the plan? How do you build digital confidence?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Is the advantage SUSTAINED, and what keeps it so? Test it against a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Main ethical issues, wider social effects, risks, and a mitigation for each. This is the section the marker said was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Exactly three. Each must follow from earlier slides,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Summarise only. Introduce no new arguments or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every in-text citation appears here and vice versa. Follow the BPP Harvard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Title and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[Your title: name the technology and the challenge]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[SRN only - no name]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[Agenda: Task 1, Task 2, Task 3]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Apple TV+ background and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[Who Apple TV+ is; fit with Apple's ecosystem strategy]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[ONE challenge from the brief you are addressing]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[Why it matters to company strategy]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The chosen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[Name the technology]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[Simple diagram: inputs - process - outputs]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[1-2 industry examples]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How it addresses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[Link each feature to part of the challenge]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[Expected outcome]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[Class framework applied - e.g. TOE]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Benefits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[Benefits table: 3-4, each with a source]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[Limitations table: 3-4, each with a source]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[Which matter most, and why]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Organisational impact and key stakeholder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[Impact on structure / culture / processes]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[ONE stakeholder group and their concerns]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[Class framework applied - e.g. 7S]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Barriers, change management and digital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[Barriers / resistance]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[How concerns are addressed]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[Change model steps tailored to Apple TV+]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[Digital confidence actions]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Sustained 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[Support for long-term goals: agility / innovation / retention]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[Can rivals copy it? Class framework e.g. VRIO]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[Continuous improvement]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Ethical, social and risk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[Issue | Why it matters | Mitigation table]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[Ethical: privacy, bias, transparency, autonomy]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[Social and regulatory risks]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Three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[Recommendation 1: action, owner, evidence]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[Recommendation 2: action, owner, evidence]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[Recommendation 3: action, owner, evidence]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Task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[Key points from Tasks 1-3]</a:t>
            </a:r>
          </a:p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[Recommendations restated]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55555"/>
                </a:solidFill>
              </a:defRPr>
            </a:pPr>
            <a:r>
              <a:t>• [Alphabetical Harvard list, 12-15 sources, every in-text citation included]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